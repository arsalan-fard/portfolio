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4B352-9823-541F-ED3E-0FAB3A3AA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282518-2D6B-48D5-B8FC-222DCCE23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87ABB-FA46-B4B1-F6DA-38ED40BDC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B95D-CC9F-47A8-9DF9-295B419EA5E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C1B07-4533-6D06-9106-32CE5E99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89ACA-C7D1-FD98-F269-C0859747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7192-1C0E-422A-9D1D-91ECFDE3A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B5B3-3A11-AE28-9A87-44A3344A4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D50DC-A0DA-9876-A746-864A23CCD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4748B-1E89-2F99-0359-0C94BB954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B95D-CC9F-47A8-9DF9-295B419EA5E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F651D-4A46-0099-D0F2-45B2EBFF3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0148B-DB8A-2367-0901-B917EC8A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7192-1C0E-422A-9D1D-91ECFDE3A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2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2F37-AE37-0324-40A1-AB9AF1BBF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6A11C-FAC8-DC87-0A81-3281C2997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0F999-F80C-D8A9-CDAC-B750148FB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B95D-CC9F-47A8-9DF9-295B419EA5E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E6C43-941E-1682-0A0E-C1BC71A6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99039-1B81-0329-F9F4-ADB18D92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7192-1C0E-422A-9D1D-91ECFDE3A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32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DEE5D-9589-29F0-B2D1-FF4DB9A10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68128-4CF5-1751-4839-3F80D6762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25485-68DC-2CC3-301E-D34E59391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FA156-C992-4289-24A5-6F577D9A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B95D-CC9F-47A8-9DF9-295B419EA5E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F3A9B-485F-3373-8116-5A5E26C1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79656-D820-6A44-25BA-9307C3F2E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7192-1C0E-422A-9D1D-91ECFDE3A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2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CCBA1-E94F-2B76-4F17-ECD9AED40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21A14-AB4E-33EA-173E-AF8B31ED7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B9F8C-D72A-A3CB-3387-90E5B73D9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8F23B-AD3D-7023-9F2A-75D3468D6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18B77-A153-75C6-C26D-F1317636B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4316BE-3A40-58A4-B301-D052C7EA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B95D-CC9F-47A8-9DF9-295B419EA5E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23646B-2A6B-35D4-0E3D-CA8C4F7B4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22DA74-BA2B-D0F7-B50E-DDA7DE6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7192-1C0E-422A-9D1D-91ECFDE3A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62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962E-420A-D19A-69D3-BAF4CDC11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94F567-9460-7041-C325-945753F3A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B95D-CC9F-47A8-9DF9-295B419EA5E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FFD23B-1F0F-88D5-C844-15D2FF347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DC44E-DAA1-AFDC-E833-398526622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7192-1C0E-422A-9D1D-91ECFDE3A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3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A683C-5665-99CB-8CAD-7D6C7AA8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B95D-CC9F-47A8-9DF9-295B419EA5E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5CA7ED-6CA1-0772-B123-9D4A781F4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5C462-4176-F7FD-A0E1-743E48FE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7192-1C0E-422A-9D1D-91ECFDE3A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96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B21CE-1310-942E-4B69-BDF1B809D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7970E-9F4A-D843-3E72-26876C1FF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85BB6-B7EB-01BD-CD4C-370BB99F1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FEC7C-478F-AD2E-0ACD-990270B93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B95D-CC9F-47A8-9DF9-295B419EA5E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26355-A453-7211-708F-3165856ED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74253-6C7F-821B-6139-D0CFFCAF1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7192-1C0E-422A-9D1D-91ECFDE3A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48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CB6D-C8F6-0F34-B4DF-1EDFD0E4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83560F-83B9-4E70-36A0-C70DF23E42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BE1BA-47E4-A8F0-E967-B895076C9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AB523-5A80-15A0-8BEE-8E570FA4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B95D-CC9F-47A8-9DF9-295B419EA5E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05306-A4BD-6902-6200-0D9B5394F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6AF2D-DF15-3846-F58A-D53882DE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7192-1C0E-422A-9D1D-91ECFDE3A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4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38917-BC9F-4309-15B7-FF1EE1EC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AFFFF-1C91-4F32-04A5-48A18305A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9625D-21AB-DB87-CCE1-A8CA67F09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B95D-CC9F-47A8-9DF9-295B419EA5E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F0315-E49F-E3C3-0F7C-BC0CB8AEC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12803-C889-A895-8B70-3C5A4C1B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7192-1C0E-422A-9D1D-91ECFDE3A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10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E2004F-58A0-193F-D623-134F0146AD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1BA8B-ED95-CC4D-318E-5B3C4190A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8B32A-56EB-953B-7D00-49682A5A1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B95D-CC9F-47A8-9DF9-295B419EA5E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147F5-C485-A465-19C6-A29ED5139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86700-08C6-0FDB-7FA1-0960179B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7192-1C0E-422A-9D1D-91ECFDE3A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14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99102-BF93-DE0F-B693-A7F5FBA0B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E0B80-A490-5FD2-8DD1-DECB19FBF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48799-385C-E6C5-0BE7-B6CED2C649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1B95D-CC9F-47A8-9DF9-295B419EA5E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94A96-921E-BC54-167F-5C03DECE5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9A9AF-0467-D70F-F0F9-C8003B261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E77192-1C0E-422A-9D1D-91ECFDE3A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4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5EE004-30B7-F0A4-8706-3B0E27709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rcRect l="2516" r="10335" b="11111"/>
          <a:stretch>
            <a:fillRect/>
          </a:stretch>
        </p:blipFill>
        <p:spPr>
          <a:xfrm>
            <a:off x="3962424" y="885517"/>
            <a:ext cx="4486927" cy="457200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68743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Arsalan Masoudifard</dc:creator>
  <cp:lastModifiedBy>Arsalan Masoudifard</cp:lastModifiedBy>
  <cp:revision>1</cp:revision>
  <dcterms:created xsi:type="dcterms:W3CDTF">2026-08-30T10:57:13Z</dcterms:created>
  <dcterms:modified xsi:type="dcterms:W3CDTF">2026-08-30T10:57:30Z</dcterms:modified>
</cp:coreProperties>
</file>